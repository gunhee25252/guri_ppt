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61" r:id="rId5"/>
    <p:sldId id="257" r:id="rId6"/>
    <p:sldId id="275" r:id="rId7"/>
    <p:sldId id="263" r:id="rId8"/>
    <p:sldId id="262" r:id="rId9"/>
    <p:sldId id="258" r:id="rId10"/>
    <p:sldId id="264" r:id="rId11"/>
    <p:sldId id="265" r:id="rId12"/>
    <p:sldId id="270" r:id="rId13"/>
    <p:sldId id="268" r:id="rId14"/>
    <p:sldId id="271" r:id="rId15"/>
    <p:sldId id="267" r:id="rId16"/>
    <p:sldId id="269" r:id="rId17"/>
    <p:sldId id="274" r:id="rId18"/>
    <p:sldId id="273" r:id="rId19"/>
    <p:sldId id="272" r:id="rId20"/>
    <p:sldId id="27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4DC"/>
    <a:srgbClr val="FFF5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6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4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C3CC5-118A-436E-ADBB-E51B1FD25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DEF16-BBA9-4506-8A58-AC5F20B23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5ECE3-3569-48FA-AC55-D1357445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E2F3C-7305-4985-B75E-C81CA71F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73350-75F2-47C3-B182-BFC22C8E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19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15697-10E8-4F42-9061-D4852C66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58A8B-C140-4C62-BBB3-1CF336076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75A0FC-E8DD-49DC-AE85-3AC0A917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E48FB-3A04-4F4E-AEDC-A9619D93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F516FC-8ECB-489E-A01B-DD361A0A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62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C6EFF-9F07-45A9-874C-F8ABAE35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2C99D8-9076-4AB8-99A1-784A4713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76071-7C20-4328-A91C-70021BB4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CA3743-D706-47FD-882F-6BF06367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F2395-C08B-42C7-B84F-55878DE1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9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7DD0D-81CB-4AB2-80FB-2925CB33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190F4-90D4-4A17-A17C-27F335E8A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B57AB8-DD6E-4991-A5BD-98ECEB069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77E706-645F-4BE7-B4BD-F6AE7D59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78A97C-DC08-41F1-A054-E5AB90C9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C163A0-CDF7-42AF-86EC-124FB087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4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51068-FE4E-4CB1-ADAE-6C7FA3AF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C2115C-B8D5-4CF1-97EA-7DA95DA6C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CB4D4C-1A4E-4709-9A96-1E4ADFFA3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0AC5A6-C490-434C-AC33-3719B9753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1B7E5F-2EAD-445D-B7C4-5503F1466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D4BCC1-EA5C-403C-8966-A75D1FAA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109584-1A6F-4EB1-A583-11946715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39DB18-A9D4-4095-BE2F-979BB3E6E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07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7B232-5E4F-4981-90CD-832E03E3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8FA530-9999-45A5-BE06-BA974709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25B833-295C-4C56-B510-582A938D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45B471-7C12-421D-B6C0-F897F125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0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A2D33E-8244-460E-A126-8347E12E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15BF62-413F-4B52-B076-69D35633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AB1F54-EABD-46A4-B1CD-650D4DA1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CF037-B7D6-4B3E-9930-2B0C16C6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D0A1D-D573-469F-8C82-D7A6903D8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BAE338-F9BC-436C-A1F9-E3044AE9B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600C64-77DC-46C2-ADB3-7D1C3B05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A40CD6-2B38-4710-9E8E-B2B7C5A2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FF4F1A-6790-4D4A-BAE2-07C8A3F1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34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A3BEE-66EE-4E22-A556-7AB1D396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24D150-67AB-450F-882A-0F9E8F767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3F9568-27D2-4A94-9A33-568E16E25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F6A41D-9B38-45AA-A79D-7285E9B3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1BB26-6EA7-428A-AFD4-ECA1DD2B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D17291-BAAC-43F2-98BE-1EA552DC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5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6B4CD-11AE-4382-800B-D60AF0D1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2B8669-A7C5-4ECB-9AAB-885EC63F4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B0962-032F-4A97-9752-ACDF5D80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A4121-654A-4139-86EE-8DB4C0618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92E8B-8B6F-48AD-98CD-E4AC443A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1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C87DCF-BA7A-41B0-AE56-C9D5F0106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DCA066-779A-4165-A991-1A44EBD4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3C8DB-D9CD-43F9-ABDA-A7458015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2670B0-9FF4-42CD-8CC2-555A2C54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686C8-D173-4186-88C7-AE3E271A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30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EF2DE5-18AF-4616-8741-8C0802D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1BE8A2-CD41-47B0-BA26-0928FE9CD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D9D457-F8FD-4750-9FBA-F31D01530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59AF4-3210-42C1-8CF4-EF5115D5C8D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CE4C8-3FD0-412A-856A-6AED5A258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C1CA30-4D02-442B-A0F0-425F63CD1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6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72900D64-A6C1-45D3-9FFD-31E4E23C0C01}"/>
              </a:ext>
            </a:extLst>
          </p:cNvPr>
          <p:cNvSpPr txBox="1">
            <a:spLocks/>
          </p:cNvSpPr>
          <p:nvPr/>
        </p:nvSpPr>
        <p:spPr>
          <a:xfrm>
            <a:off x="1524000" y="2114551"/>
            <a:ext cx="9144000" cy="1231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4D33FD83-2548-4267-922F-24016193B46C}"/>
              </a:ext>
            </a:extLst>
          </p:cNvPr>
          <p:cNvSpPr txBox="1">
            <a:spLocks/>
          </p:cNvSpPr>
          <p:nvPr/>
        </p:nvSpPr>
        <p:spPr>
          <a:xfrm>
            <a:off x="1524000" y="4433888"/>
            <a:ext cx="9144000" cy="1033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535690BD-F0DA-4C12-8BE3-B42FFE06C0C9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2BE1DBB-AA8A-4D78-B8B9-1CC0E9898EAE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21FF68F-AC2E-4DCA-9343-40F3E0FDC29C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부제목 2">
            <a:extLst>
              <a:ext uri="{FF2B5EF4-FFF2-40B4-BE49-F238E27FC236}">
                <a16:creationId xmlns:a16="http://schemas.microsoft.com/office/drawing/2014/main" id="{EA2AFDE2-267B-4994-ADB7-8FC05DFDF239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</p:spTree>
    <p:extLst>
      <p:ext uri="{BB962C8B-B14F-4D97-AF65-F5344CB8AC3E}">
        <p14:creationId xmlns:p14="http://schemas.microsoft.com/office/powerpoint/2010/main" val="85743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6246A-F811-45FE-B6BF-184D18D12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4551"/>
            <a:ext cx="9144000" cy="1231900"/>
          </a:xfrm>
        </p:spPr>
        <p:txBody>
          <a:bodyPr anchor="ctr">
            <a:noAutofit/>
          </a:bodyPr>
          <a:lstStyle/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5341E2-6697-4E32-9FC7-C4E14B04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033462"/>
          </a:xfrm>
        </p:spPr>
        <p:txBody>
          <a:bodyPr anchor="ctr">
            <a:normAutofit/>
          </a:bodyPr>
          <a:lstStyle/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34B1149B-6872-4617-8699-35E02AA20FE6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779ABA2-B8BF-4763-B865-B67AADF933EF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B129074-6CD9-4193-8769-DED459540D52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51FBD8F-BC58-430B-816B-5980757A3B27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</p:spTree>
    <p:extLst>
      <p:ext uri="{BB962C8B-B14F-4D97-AF65-F5344CB8AC3E}">
        <p14:creationId xmlns:p14="http://schemas.microsoft.com/office/powerpoint/2010/main" val="102751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66DB201E-2458-4F88-9515-2214BD137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4551"/>
            <a:ext cx="9144000" cy="1231900"/>
          </a:xfrm>
        </p:spPr>
        <p:txBody>
          <a:bodyPr anchor="ctr">
            <a:noAutofit/>
          </a:bodyPr>
          <a:lstStyle/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5C6773F9-AD19-4D6A-8CB9-2C1101D26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033462"/>
          </a:xfrm>
        </p:spPr>
        <p:txBody>
          <a:bodyPr anchor="ctr">
            <a:normAutofit/>
          </a:bodyPr>
          <a:lstStyle/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7BAF9556-AD8C-4AAB-A008-4D8B9CD2666E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43EBE4A-604A-47E6-8C61-6F72CA11EF1C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E689E6E-0351-4B45-8DAF-9C16EA189626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부제목 2">
            <a:extLst>
              <a:ext uri="{FF2B5EF4-FFF2-40B4-BE49-F238E27FC236}">
                <a16:creationId xmlns:a16="http://schemas.microsoft.com/office/drawing/2014/main" id="{6E920A39-2F91-49A4-8721-FD58C5F9C7FB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</p:spTree>
    <p:extLst>
      <p:ext uri="{BB962C8B-B14F-4D97-AF65-F5344CB8AC3E}">
        <p14:creationId xmlns:p14="http://schemas.microsoft.com/office/powerpoint/2010/main" val="181132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2962115-B524-4330-9B9C-A4291015B327}"/>
              </a:ext>
            </a:extLst>
          </p:cNvPr>
          <p:cNvSpPr/>
          <p:nvPr/>
        </p:nvSpPr>
        <p:spPr>
          <a:xfrm>
            <a:off x="0" y="0"/>
            <a:ext cx="3746500" cy="6858000"/>
          </a:xfrm>
          <a:prstGeom prst="rect">
            <a:avLst/>
          </a:prstGeom>
          <a:solidFill>
            <a:srgbClr val="F8D4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B8B52667-51DB-40FB-AE56-6C79B1D1C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4551"/>
            <a:ext cx="9144000" cy="1231900"/>
          </a:xfrm>
        </p:spPr>
        <p:txBody>
          <a:bodyPr anchor="ctr">
            <a:noAutofit/>
          </a:bodyPr>
          <a:lstStyle/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D3994E88-F1F7-47A3-9D79-5DC4BF138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033462"/>
          </a:xfrm>
        </p:spPr>
        <p:txBody>
          <a:bodyPr anchor="ctr">
            <a:normAutofit/>
          </a:bodyPr>
          <a:lstStyle/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부제목 2">
            <a:extLst>
              <a:ext uri="{FF2B5EF4-FFF2-40B4-BE49-F238E27FC236}">
                <a16:creationId xmlns:a16="http://schemas.microsoft.com/office/drawing/2014/main" id="{A9D51E85-BF88-41E0-849C-3A86070B0C06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1BB747B-0BFF-43F1-AD49-FDC2367ECCA1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E885697-4BBE-41DC-87D5-EB0DC2C3C8FC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부제목 2">
            <a:extLst>
              <a:ext uri="{FF2B5EF4-FFF2-40B4-BE49-F238E27FC236}">
                <a16:creationId xmlns:a16="http://schemas.microsoft.com/office/drawing/2014/main" id="{16F2505D-0D7F-4FC8-B918-274BDDE00724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</p:spTree>
    <p:extLst>
      <p:ext uri="{BB962C8B-B14F-4D97-AF65-F5344CB8AC3E}">
        <p14:creationId xmlns:p14="http://schemas.microsoft.com/office/powerpoint/2010/main" val="38280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83364-ABEA-44D4-96EA-4A2391A1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7174E-20A5-4F57-A36B-51E713CC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  <a:endParaRPr lang="en-US" altLang="ko-KR" dirty="0"/>
          </a:p>
          <a:p>
            <a:r>
              <a:rPr lang="ko-KR" altLang="en-US" dirty="0"/>
              <a:t>문제</a:t>
            </a:r>
            <a:endParaRPr lang="en-US" altLang="ko-KR" dirty="0"/>
          </a:p>
          <a:p>
            <a:r>
              <a:rPr lang="ko-KR" altLang="en-US" dirty="0"/>
              <a:t>해결</a:t>
            </a:r>
            <a:endParaRPr lang="en-US" altLang="ko-KR" dirty="0"/>
          </a:p>
          <a:p>
            <a:r>
              <a:rPr lang="ko-KR" altLang="en-US" dirty="0"/>
              <a:t>성장 전략</a:t>
            </a:r>
            <a:endParaRPr lang="en-US" altLang="ko-KR" dirty="0"/>
          </a:p>
          <a:p>
            <a:r>
              <a:rPr lang="ko-KR" altLang="en-US" dirty="0"/>
              <a:t>팀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11FA4C0-F04C-4749-871B-E15F1C500FD7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AT</a:t>
            </a:r>
            <a:r>
              <a:rPr lang="ko-KR" altLang="en-US" sz="1000" spc="300" dirty="0"/>
              <a:t> </a:t>
            </a:r>
            <a:r>
              <a:rPr lang="en-US" altLang="ko-KR" sz="1000" spc="300" dirty="0"/>
              <a:t>A</a:t>
            </a:r>
            <a:r>
              <a:rPr lang="ko-KR" altLang="en-US" sz="1000" spc="300" dirty="0"/>
              <a:t> </a:t>
            </a:r>
            <a:r>
              <a:rPr lang="en-US" altLang="ko-KR" sz="1000" spc="300" dirty="0"/>
              <a:t>GLANCE</a:t>
            </a:r>
          </a:p>
        </p:txBody>
      </p:sp>
    </p:spTree>
    <p:extLst>
      <p:ext uri="{BB962C8B-B14F-4D97-AF65-F5344CB8AC3E}">
        <p14:creationId xmlns:p14="http://schemas.microsoft.com/office/powerpoint/2010/main" val="36394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83364-ABEA-44D4-96EA-4A2391A1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아이템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7174E-20A5-4F57-A36B-51E713CC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</a:p>
          <a:p>
            <a:pPr marL="0" indent="0">
              <a:buNone/>
            </a:pPr>
            <a:r>
              <a:rPr lang="ko-KR" altLang="en-US" dirty="0"/>
              <a:t>결혼 준비의 고통</a:t>
            </a:r>
            <a:endParaRPr lang="en-US" altLang="ko-KR" dirty="0"/>
          </a:p>
          <a:p>
            <a:r>
              <a:rPr lang="en-US" altLang="ko-KR" dirty="0"/>
              <a:t>SOLUTION</a:t>
            </a:r>
          </a:p>
          <a:p>
            <a:pPr marL="0" indent="0">
              <a:buNone/>
            </a:pPr>
            <a:r>
              <a:rPr lang="ko-KR" altLang="en-US" dirty="0"/>
              <a:t>취향 선택 및 </a:t>
            </a:r>
            <a:r>
              <a:rPr lang="en-US" altLang="ko-KR" dirty="0"/>
              <a:t>AI </a:t>
            </a:r>
            <a:r>
              <a:rPr lang="ko-KR" altLang="en-US" dirty="0" err="1"/>
              <a:t>플래닝</a:t>
            </a:r>
            <a:endParaRPr lang="en-US" altLang="ko-KR" dirty="0"/>
          </a:p>
          <a:p>
            <a:r>
              <a:rPr lang="en-US" altLang="ko-KR" dirty="0"/>
              <a:t>VALUE</a:t>
            </a:r>
          </a:p>
          <a:p>
            <a:pPr marL="0" indent="0">
              <a:buNone/>
            </a:pPr>
            <a:r>
              <a:rPr lang="ko-KR" altLang="en-US" dirty="0"/>
              <a:t>알맞은 전문가 매칭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11FA4C0-F04C-4749-871B-E15F1C500FD7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AT</a:t>
            </a:r>
            <a:r>
              <a:rPr lang="ko-KR" altLang="en-US" sz="1000" spc="300" dirty="0"/>
              <a:t> </a:t>
            </a:r>
            <a:r>
              <a:rPr lang="en-US" altLang="ko-KR" sz="1000" spc="300" dirty="0"/>
              <a:t>A</a:t>
            </a:r>
            <a:r>
              <a:rPr lang="ko-KR" altLang="en-US" sz="1000" spc="300" dirty="0"/>
              <a:t> </a:t>
            </a:r>
            <a:r>
              <a:rPr lang="en-US" altLang="ko-KR" sz="1000" spc="300" dirty="0"/>
              <a:t>GLANCE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B84508-0472-42BC-9506-E6E2A3CAC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138" y="2026551"/>
            <a:ext cx="7031851" cy="260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83364-ABEA-44D4-96EA-4A2391A1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폐업 경험에서 배운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7174E-20A5-4F57-A36B-51E713CC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폐업 정보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개선 전략</a:t>
            </a: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11FA4C0-F04C-4749-871B-E15F1C500FD7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PROBLEM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68570A-9733-4701-AFF3-FA95FEB4A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160" y="1596096"/>
            <a:ext cx="7743676" cy="216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3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83364-ABEA-44D4-96EA-4A2391A1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결혼 준비</a:t>
            </a:r>
            <a:r>
              <a:rPr lang="en-US" altLang="ko-KR" dirty="0"/>
              <a:t>, </a:t>
            </a:r>
            <a:r>
              <a:rPr lang="ko-KR" altLang="en-US" dirty="0"/>
              <a:t>왜 이렇게 </a:t>
            </a:r>
            <a:r>
              <a:rPr lang="ko-KR" altLang="en-US" dirty="0" err="1"/>
              <a:t>힘든가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7174E-20A5-4F57-A36B-51E713CC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설문조사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이런게</a:t>
            </a:r>
            <a:r>
              <a:rPr lang="ko-KR" altLang="en-US" dirty="0"/>
              <a:t> 문제다</a:t>
            </a:r>
            <a:r>
              <a:rPr lang="en-US" altLang="ko-KR" dirty="0"/>
              <a:t>!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11FA4C0-F04C-4749-871B-E15F1C500FD7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PROBLEM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32BC43-18DB-46AC-B04F-EF146651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561" y="1767148"/>
            <a:ext cx="7093956" cy="252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7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특별한 시간의 </a:t>
            </a:r>
            <a:r>
              <a:rPr lang="en-US" altLang="ko-KR" dirty="0"/>
              <a:t>2</a:t>
            </a:r>
            <a:r>
              <a:rPr lang="ko-KR" altLang="en-US" dirty="0"/>
              <a:t>단계 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이상형 월드컵 취향 분석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ko-KR" altLang="en-US" dirty="0" err="1"/>
              <a:t>멀티모달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를 이용한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전문가 매칭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SOLUTION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A07294-7D1C-4198-9D38-B96B59D6D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942" y="2790502"/>
            <a:ext cx="4732552" cy="21044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268F60-3281-4366-AD4A-82C111B71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03" y="1798879"/>
            <a:ext cx="10593278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77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이상형 월드컵 취향 분석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기술 상세도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SOLUTION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C79AB8-4B5B-45B6-85C0-AE18B0436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09" y="1780885"/>
            <a:ext cx="5903001" cy="406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ko-KR" altLang="en-US" dirty="0" err="1"/>
              <a:t>멀티모달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를 이용한 전문가 매칭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기술 상세도</a:t>
            </a: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SOLUTION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4E249D-0BA9-4A93-991A-AD1B1C41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967" y="1633897"/>
            <a:ext cx="7054887" cy="495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8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경쟁사 분석 및 </a:t>
            </a:r>
            <a:r>
              <a:rPr lang="ko-KR" altLang="en-US" dirty="0" err="1"/>
              <a:t>차별점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O/X </a:t>
            </a:r>
            <a:r>
              <a:rPr lang="ko-KR" altLang="en-US" dirty="0"/>
              <a:t>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차별점</a:t>
            </a:r>
            <a:r>
              <a:rPr lang="en-US" altLang="ko-KR" dirty="0"/>
              <a:t>: </a:t>
            </a:r>
            <a:r>
              <a:rPr lang="ko-KR" altLang="en-US" dirty="0"/>
              <a:t>예비부부에게 취향 분석과 </a:t>
            </a:r>
            <a:r>
              <a:rPr lang="ko-KR" altLang="en-US" dirty="0" err="1"/>
              <a:t>멀티모달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기반 추천</a:t>
            </a:r>
            <a:r>
              <a:rPr lang="en-US" altLang="ko-KR" dirty="0"/>
              <a:t>/</a:t>
            </a:r>
            <a:r>
              <a:rPr lang="ko-KR" altLang="en-US" dirty="0"/>
              <a:t>매칭</a:t>
            </a: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b="0" i="0" cap="all" spc="30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GROWTH STRATEGY</a:t>
            </a:r>
            <a:endParaRPr lang="en-US" altLang="ko-KR" sz="1000" spc="3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16D1EA-EF5F-45E0-9041-DD4B7792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29" y="1510964"/>
            <a:ext cx="7978817" cy="312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83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TAM/SAM/SOM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b="0" i="0" cap="all" spc="30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GROWTH STRATEGY</a:t>
            </a:r>
            <a:endParaRPr lang="en-US" altLang="ko-KR" sz="1000" spc="3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3A839D-B113-4ED5-9304-ADDD9BE89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39" y="2576010"/>
            <a:ext cx="9278645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34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BM</a:t>
            </a:r>
            <a:r>
              <a:rPr lang="ko-KR" altLang="en-US" dirty="0"/>
              <a:t> 그림</a:t>
            </a: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b="0" i="0" cap="all" spc="30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GROWTH STRATEGY</a:t>
            </a:r>
            <a:endParaRPr lang="en-US" altLang="ko-KR" sz="1000" spc="3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BB6A1E-0046-4C80-B9D9-0A13F7BC9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029" y="1690688"/>
            <a:ext cx="6052607" cy="367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0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현장 검증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의향 조사 이런 거 했다</a:t>
            </a:r>
            <a:r>
              <a:rPr lang="en-US" altLang="ko-KR" dirty="0"/>
              <a:t>~</a:t>
            </a:r>
          </a:p>
          <a:p>
            <a:endParaRPr lang="en-US" altLang="ko-KR" dirty="0"/>
          </a:p>
          <a:p>
            <a:r>
              <a:rPr lang="ko-KR" altLang="en-US" dirty="0"/>
              <a:t>사전 미팅 이런 거 했다</a:t>
            </a:r>
            <a:r>
              <a:rPr lang="en-US" altLang="ko-KR" dirty="0"/>
              <a:t>~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FEASIBILITY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1B50BC-D5ED-4A5E-B0F7-DE18AE48E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912" y="1690688"/>
            <a:ext cx="5032880" cy="1267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ABF196-E97D-482F-8B9A-DFD73A70F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582" y="3228686"/>
            <a:ext cx="5340498" cy="88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23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사업 기간 내 할 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사업 기간 내 할 일</a:t>
            </a:r>
            <a:r>
              <a:rPr lang="en-US" altLang="ko-KR" dirty="0"/>
              <a:t>: </a:t>
            </a:r>
            <a:r>
              <a:rPr lang="ko-KR" altLang="en-US" dirty="0"/>
              <a:t>앱 완성 및 </a:t>
            </a:r>
            <a:r>
              <a:rPr lang="en-US" altLang="ko-KR" dirty="0"/>
              <a:t>AI </a:t>
            </a:r>
            <a:r>
              <a:rPr lang="ko-KR" altLang="en-US" dirty="0"/>
              <a:t>고도화 </a:t>
            </a:r>
            <a:r>
              <a:rPr lang="en-US" altLang="ko-KR" dirty="0"/>
              <a:t>(</a:t>
            </a:r>
            <a:r>
              <a:rPr lang="ko-KR" altLang="en-US" dirty="0"/>
              <a:t>핵심 </a:t>
            </a:r>
            <a:r>
              <a:rPr lang="en-US" altLang="ko-KR" dirty="0"/>
              <a:t>KPI)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FEASIBILITY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6E798D-B026-42E4-AAEA-0AB0D8E2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706" y="4175705"/>
            <a:ext cx="7530136" cy="25368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91D59C-9128-4AC9-ABA0-7D9FA732D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410" y="2291809"/>
            <a:ext cx="3867236" cy="17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1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사업 기간 외 할 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사업 기간 외 할 일</a:t>
            </a:r>
            <a:r>
              <a:rPr lang="en-US" altLang="ko-KR" dirty="0"/>
              <a:t>: </a:t>
            </a:r>
            <a:r>
              <a:rPr lang="ko-KR" altLang="en-US" dirty="0"/>
              <a:t>마케팅 로드맵</a:t>
            </a:r>
            <a:r>
              <a:rPr lang="en-US" altLang="ko-KR" dirty="0"/>
              <a:t>,</a:t>
            </a:r>
            <a:r>
              <a:rPr lang="ko-KR" altLang="en-US" dirty="0"/>
              <a:t> 성장 로드맵</a:t>
            </a: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spc="300" dirty="0"/>
              <a:t>FEASIBILITY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7C7672-E9D7-4150-B8C6-87ABDEF8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361" y="2324064"/>
            <a:ext cx="6040128" cy="398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63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사업비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사업비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cap="all" spc="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BUDGET</a:t>
            </a:r>
            <a:endParaRPr lang="en-US" altLang="ko-KR" sz="1000" spc="3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947153-3C3E-4A44-8EF3-28A692773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298" y="1422028"/>
            <a:ext cx="6700067" cy="49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5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b="0" i="0" cap="all" spc="30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TEAM</a:t>
            </a:r>
            <a:endParaRPr lang="en-US" altLang="ko-KR" sz="1000" spc="3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41E4CE-270E-450B-B453-F2BF0059F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84" y="2460762"/>
            <a:ext cx="5291971" cy="34450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D960225-CDB4-4F50-9AB4-D95CB30F3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241" y="2533510"/>
            <a:ext cx="6255097" cy="352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7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r>
              <a:rPr lang="ko-KR" altLang="en-US" dirty="0"/>
              <a:t>분 발표 </a:t>
            </a:r>
            <a:r>
              <a:rPr lang="en-US" altLang="ko-KR" dirty="0"/>
              <a:t>10</a:t>
            </a:r>
            <a:r>
              <a:rPr lang="ko-KR" altLang="en-US" dirty="0"/>
              <a:t>분 질의</a:t>
            </a:r>
            <a:r>
              <a:rPr lang="en-US" altLang="ko-KR" dirty="0"/>
              <a:t>,</a:t>
            </a:r>
            <a:r>
              <a:rPr lang="ko-KR" altLang="en-US" dirty="0"/>
              <a:t> 현재 </a:t>
            </a:r>
            <a:r>
              <a:rPr lang="en-US" altLang="ko-KR" dirty="0"/>
              <a:t>17</a:t>
            </a:r>
            <a:r>
              <a:rPr lang="ko-KR" altLang="en-US" dirty="0"/>
              <a:t>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0FA4FA2-EF78-481D-9006-C6C143F9DD4E}"/>
              </a:ext>
            </a:extLst>
          </p:cNvPr>
          <p:cNvSpPr txBox="1">
            <a:spLocks/>
          </p:cNvSpPr>
          <p:nvPr/>
        </p:nvSpPr>
        <p:spPr>
          <a:xfrm>
            <a:off x="838200" y="79375"/>
            <a:ext cx="10515600" cy="517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00" b="0" i="0" cap="all" spc="30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TEAM</a:t>
            </a:r>
            <a:endParaRPr lang="en-US" altLang="ko-KR" sz="1000" spc="300" dirty="0"/>
          </a:p>
        </p:txBody>
      </p:sp>
    </p:spTree>
    <p:extLst>
      <p:ext uri="{BB962C8B-B14F-4D97-AF65-F5344CB8AC3E}">
        <p14:creationId xmlns:p14="http://schemas.microsoft.com/office/powerpoint/2010/main" val="1064602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97257F-B15B-4DE5-9D9C-7280631FF4D2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271</Words>
  <Application>Microsoft Office PowerPoint</Application>
  <PresentationFormat>와이드스크린</PresentationFormat>
  <Paragraphs>98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Noto Sans KR</vt:lpstr>
      <vt:lpstr>Noto Serif KR Black</vt:lpstr>
      <vt:lpstr>맑은 고딕</vt:lpstr>
      <vt:lpstr>Arial</vt:lpstr>
      <vt:lpstr>Office 테마</vt:lpstr>
      <vt:lpstr>PowerPoint 프레젠테이션</vt:lpstr>
      <vt:lpstr>멀티모달 AI 기반 웨딩 매칭 플랫폼</vt:lpstr>
      <vt:lpstr>멀티모달 AI 기반 웨딩 매칭 플랫폼</vt:lpstr>
      <vt:lpstr>멀티모달 AI 기반 웨딩 매칭 플랫폼</vt:lpstr>
      <vt:lpstr>목차</vt:lpstr>
      <vt:lpstr>아이템 개요</vt:lpstr>
      <vt:lpstr>폐업 경험에서 배운 것</vt:lpstr>
      <vt:lpstr>결혼 준비, 왜 이렇게 힘든가?</vt:lpstr>
      <vt:lpstr>특별한 시간의 2단계 전략</vt:lpstr>
      <vt:lpstr>1단계 이상형 월드컵 취향 분석</vt:lpstr>
      <vt:lpstr>2단계 멀티모달 AI를 이용한 전문가 매칭</vt:lpstr>
      <vt:lpstr>경쟁사 분석 및 차별점</vt:lpstr>
      <vt:lpstr>시장 분석</vt:lpstr>
      <vt:lpstr>BM</vt:lpstr>
      <vt:lpstr>현장 검증</vt:lpstr>
      <vt:lpstr>사업 기간 내 할 일</vt:lpstr>
      <vt:lpstr>사업 기간 외 할 일</vt:lpstr>
      <vt:lpstr>사업비 구성</vt:lpstr>
      <vt:lpstr>TEAM</vt:lpstr>
      <vt:lpstr>감사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35</cp:revision>
  <dcterms:created xsi:type="dcterms:W3CDTF">2026-03-11T10:39:25Z</dcterms:created>
  <dcterms:modified xsi:type="dcterms:W3CDTF">2026-03-12T08:37:05Z</dcterms:modified>
</cp:coreProperties>
</file>