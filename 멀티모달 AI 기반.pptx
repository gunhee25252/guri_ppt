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60" r:id="rId4"/>
    <p:sldId id="261" r:id="rId5"/>
    <p:sldId id="257" r:id="rId6"/>
    <p:sldId id="258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D4DC"/>
    <a:srgbClr val="FFF5F7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5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2136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7C3CC5-118A-436E-ADBB-E51B1FD258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8DEF16-BBA9-4506-8A58-AC5F20B233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85ECE3-3569-48FA-AC55-D13574458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59AF4-3210-42C1-8CF4-EF5115D5C8D0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49E2F3C-7305-4985-B75E-C81CA71F0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B173350-75F2-47C3-B182-BFC22C8EA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4DB83-59B7-4B92-AE58-EF4EFB32A6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81969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115697-10E8-4F42-9061-D4852C66A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B58A8B-C140-4C62-BBB3-1CF3360768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E75A0FC-E8DD-49DC-AE85-3AC0A917F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59AF4-3210-42C1-8CF4-EF5115D5C8D0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EE48FB-3A04-4F4E-AEDC-A9619D93EF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2F516FC-8ECB-489E-A01B-DD361A0AC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4DB83-59B7-4B92-AE58-EF4EFB32A6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36297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AC6EFF-9F07-45A9-874C-F8ABAE352E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32C99D8-9076-4AB8-99A1-784A47138F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7676071-7C20-4328-A91C-70021BB49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59AF4-3210-42C1-8CF4-EF5115D5C8D0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0CA3743-D706-47FD-882F-6BF06367E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93F2395-C08B-42C7-B84F-55878DE19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4DB83-59B7-4B92-AE58-EF4EFB32A6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9894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C7DD0D-81CB-4AB2-80FB-2925CB338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C190F4-90D4-4A17-A17C-27F335E8AA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EB57AB8-DD6E-4991-A5BD-98ECEB0692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77E706-645F-4BE7-B4BD-F6AE7D59C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59AF4-3210-42C1-8CF4-EF5115D5C8D0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878A97C-DC08-41F1-A054-E5AB90C93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2C163A0-CDF7-42AF-86EC-124FB08757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4DB83-59B7-4B92-AE58-EF4EFB32A6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9449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A51068-FE4E-4CB1-ADAE-6C7FA3AF7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CC2115C-B8D5-4CF1-97EA-7DA95DA6C8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0CB4D4C-1A4E-4709-9A96-1E4ADFFA32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7C0AC5A6-C490-434C-AC33-3719B9753E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E1B7E5F-2EAD-445D-B7C4-5503F1466D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4ED4BCC1-EA5C-403C-8966-A75D1FAAD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59AF4-3210-42C1-8CF4-EF5115D5C8D0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F109584-1A6F-4EB1-A583-119467153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F39DB18-A9D4-4095-BE2F-979BB3E6E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4DB83-59B7-4B92-AE58-EF4EFB32A6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80743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37B232-5E4F-4981-90CD-832E03E3E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88FA530-9999-45A5-BE06-BA974709C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59AF4-3210-42C1-8CF4-EF5115D5C8D0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525B833-295C-4C56-B510-582A938D78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B45B471-7C12-421D-B6C0-F897F1250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4DB83-59B7-4B92-AE58-EF4EFB32A6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56076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DA2D33E-8244-460E-A126-8347E12EC0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59AF4-3210-42C1-8CF4-EF5115D5C8D0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215BF62-413F-4B52-B076-69D35633CA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AB1F54-EABD-46A4-B1CD-650D4DA1A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4DB83-59B7-4B92-AE58-EF4EFB32A6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44405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FCF037-B7D6-4B3E-9930-2B0C16C62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7D0A1D-D573-469F-8C82-D7A6903D81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0BAE338-F9BC-436C-A1F9-E3044AE9B2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C600C64-77DC-46C2-ADB3-7D1C3B053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59AF4-3210-42C1-8CF4-EF5115D5C8D0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EA40CD6-2B38-4710-9E8E-B2B7C5A25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6FF4F1A-6790-4D4A-BAE2-07C8A3F13D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4DB83-59B7-4B92-AE58-EF4EFB32A6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3346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0A3BEE-66EE-4E22-A556-7AB1D3968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A24D150-67AB-450F-882A-0F9E8F7671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13F9568-27D2-4A94-9A33-568E16E251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3F6A41D-9B38-45AA-A79D-7285E9B30C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59AF4-3210-42C1-8CF4-EF5115D5C8D0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0A1BB26-6EA7-428A-AFD4-ECA1DD2B0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BD17291-BAAC-43F2-98BE-1EA552DC1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4DB83-59B7-4B92-AE58-EF4EFB32A6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28560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A6B4CD-11AE-4382-800B-D60AF0D12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22B8669-A7C5-4ECB-9AAB-885EC63F4A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BB0962-032F-4A97-9752-ACDF5D802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59AF4-3210-42C1-8CF4-EF5115D5C8D0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9A4121-654A-4139-86EE-8DB4C06187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3092E8B-8B6F-48AD-98CD-E4AC443A1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4DB83-59B7-4B92-AE58-EF4EFB32A6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101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DC87DCF-BA7A-41B0-AE56-C9D5F01063B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6DCA066-779A-4165-A991-1A44EBD4F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593C8DB-D9CD-43F9-ABDA-A7458015E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A59AF4-3210-42C1-8CF4-EF5115D5C8D0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62670B0-9FF4-42CD-8CC2-555A2C546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2686C8-D173-4186-88C7-AE3E271AF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04DB83-59B7-4B92-AE58-EF4EFB32A6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13002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5EF2DE5-18AF-4616-8741-8C0802D5B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31BE8A2-CD41-47B0-BA26-0928FE9CDC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4D9D457-F8FD-4750-9FBA-F31D015302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A59AF4-3210-42C1-8CF4-EF5115D5C8D0}" type="datetimeFigureOut">
              <a:rPr lang="ko-KR" altLang="en-US" smtClean="0"/>
              <a:t>2026-03-11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9CE4C8-3FD0-412A-856A-6AED5A258D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C1CA30-4D02-442B-A0F0-425F63CD1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04DB83-59B7-4B92-AE58-EF4EFB32A60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4768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5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66246A-F811-45FE-B6BF-184D18D120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14551"/>
            <a:ext cx="9144000" cy="1231900"/>
          </a:xfrm>
        </p:spPr>
        <p:txBody>
          <a:bodyPr>
            <a:noAutofit/>
          </a:bodyPr>
          <a:lstStyle/>
          <a:p>
            <a:r>
              <a:rPr lang="ko-KR" altLang="en-US" sz="4000" dirty="0" err="1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멀티모달</a:t>
            </a:r>
            <a:r>
              <a:rPr lang="ko-KR" altLang="en-US" sz="40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 </a:t>
            </a:r>
            <a:r>
              <a:rPr lang="en-US" altLang="ko-KR" sz="40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AI </a:t>
            </a:r>
            <a:r>
              <a:rPr lang="ko-KR" altLang="en-US" sz="40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기반</a:t>
            </a:r>
            <a:br>
              <a:rPr lang="en-US" altLang="ko-KR" sz="40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</a:br>
            <a:r>
              <a:rPr lang="ko-KR" altLang="en-US" sz="40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웨딩 매칭 플랫폼</a:t>
            </a:r>
            <a:endParaRPr lang="ko-KR" altLang="en-US" sz="4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E5341E2-6697-4E32-9FC7-C4E14B040D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33888"/>
            <a:ext cx="9144000" cy="1033462"/>
          </a:xfrm>
        </p:spPr>
        <p:txBody>
          <a:bodyPr>
            <a:normAutofit/>
          </a:bodyPr>
          <a:lstStyle/>
          <a:p>
            <a:r>
              <a:rPr lang="ko-KR" altLang="en-US" sz="15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사업계획서</a:t>
            </a:r>
            <a:endParaRPr lang="en-US" altLang="ko-KR" sz="1500" dirty="0">
              <a:solidFill>
                <a:schemeClr val="tx1">
                  <a:lumMod val="50000"/>
                  <a:lumOff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sz="1500" dirty="0">
              <a:solidFill>
                <a:schemeClr val="tx1">
                  <a:lumMod val="50000"/>
                  <a:lumOff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ko-KR" altLang="en-US" sz="15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대표 </a:t>
            </a:r>
            <a:r>
              <a:rPr lang="ko-KR" altLang="en-US" sz="15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김찬주</a:t>
            </a:r>
            <a:endParaRPr lang="ko-KR" altLang="en-US" sz="1500" dirty="0">
              <a:solidFill>
                <a:schemeClr val="tx1">
                  <a:lumMod val="50000"/>
                  <a:lumOff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부제목 2">
            <a:extLst>
              <a:ext uri="{FF2B5EF4-FFF2-40B4-BE49-F238E27FC236}">
                <a16:creationId xmlns:a16="http://schemas.microsoft.com/office/drawing/2014/main" id="{34B1149B-6872-4617-8699-35E02AA20FE6}"/>
              </a:ext>
            </a:extLst>
          </p:cNvPr>
          <p:cNvSpPr txBox="1">
            <a:spLocks/>
          </p:cNvSpPr>
          <p:nvPr/>
        </p:nvSpPr>
        <p:spPr>
          <a:xfrm>
            <a:off x="1524000" y="3454400"/>
            <a:ext cx="9144000" cy="31591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000" b="0" i="0" dirty="0"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「특별한 시간」</a:t>
            </a:r>
            <a:endParaRPr lang="ko-KR" altLang="en-US" sz="20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7779ABA2-B8BF-4763-B865-B67AADF933EF}"/>
              </a:ext>
            </a:extLst>
          </p:cNvPr>
          <p:cNvCxnSpPr>
            <a:cxnSpLocks/>
          </p:cNvCxnSpPr>
          <p:nvPr/>
        </p:nvCxnSpPr>
        <p:spPr>
          <a:xfrm>
            <a:off x="5730875" y="1892300"/>
            <a:ext cx="6667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1B129074-6CD9-4193-8769-DED459540D52}"/>
              </a:ext>
            </a:extLst>
          </p:cNvPr>
          <p:cNvCxnSpPr>
            <a:cxnSpLocks/>
          </p:cNvCxnSpPr>
          <p:nvPr/>
        </p:nvCxnSpPr>
        <p:spPr>
          <a:xfrm>
            <a:off x="5730875" y="4064000"/>
            <a:ext cx="6667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부제목 2">
            <a:extLst>
              <a:ext uri="{FF2B5EF4-FFF2-40B4-BE49-F238E27FC236}">
                <a16:creationId xmlns:a16="http://schemas.microsoft.com/office/drawing/2014/main" id="{751FBD8F-BC58-430B-816B-5980757A3B27}"/>
              </a:ext>
            </a:extLst>
          </p:cNvPr>
          <p:cNvSpPr txBox="1">
            <a:spLocks/>
          </p:cNvSpPr>
          <p:nvPr/>
        </p:nvSpPr>
        <p:spPr>
          <a:xfrm>
            <a:off x="1524000" y="1436688"/>
            <a:ext cx="9144000" cy="3143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000" spc="3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2026</a:t>
            </a:r>
            <a:r>
              <a:rPr lang="ko-KR" altLang="en-US" sz="1000" spc="3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000" spc="3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RESTART SUCCESS PACKAGE</a:t>
            </a:r>
          </a:p>
        </p:txBody>
      </p:sp>
    </p:spTree>
    <p:extLst>
      <p:ext uri="{BB962C8B-B14F-4D97-AF65-F5344CB8AC3E}">
        <p14:creationId xmlns:p14="http://schemas.microsoft.com/office/powerpoint/2010/main" val="10275146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D4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66246A-F811-45FE-B6BF-184D18D120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14551"/>
            <a:ext cx="9144000" cy="1231900"/>
          </a:xfrm>
        </p:spPr>
        <p:txBody>
          <a:bodyPr>
            <a:noAutofit/>
          </a:bodyPr>
          <a:lstStyle/>
          <a:p>
            <a:r>
              <a:rPr lang="ko-KR" altLang="en-US" sz="4000" dirty="0" err="1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멀티모달</a:t>
            </a:r>
            <a:r>
              <a:rPr lang="ko-KR" altLang="en-US" sz="40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 </a:t>
            </a:r>
            <a:r>
              <a:rPr lang="en-US" altLang="ko-KR" sz="40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AI </a:t>
            </a:r>
            <a:r>
              <a:rPr lang="ko-KR" altLang="en-US" sz="40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기반</a:t>
            </a:r>
            <a:br>
              <a:rPr lang="en-US" altLang="ko-KR" sz="40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</a:br>
            <a:r>
              <a:rPr lang="ko-KR" altLang="en-US" sz="40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웨딩 매칭 플랫폼</a:t>
            </a:r>
            <a:endParaRPr lang="ko-KR" altLang="en-US" sz="4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E5341E2-6697-4E32-9FC7-C4E14B040D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33888"/>
            <a:ext cx="9144000" cy="1033462"/>
          </a:xfrm>
        </p:spPr>
        <p:txBody>
          <a:bodyPr>
            <a:normAutofit/>
          </a:bodyPr>
          <a:lstStyle/>
          <a:p>
            <a:r>
              <a:rPr lang="ko-KR" altLang="en-US" sz="15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사업계획서</a:t>
            </a:r>
            <a:endParaRPr lang="en-US" altLang="ko-KR" sz="1500" dirty="0">
              <a:solidFill>
                <a:schemeClr val="tx1">
                  <a:lumMod val="50000"/>
                  <a:lumOff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sz="1500" dirty="0">
              <a:solidFill>
                <a:schemeClr val="tx1">
                  <a:lumMod val="50000"/>
                  <a:lumOff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ko-KR" altLang="en-US" sz="15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대표 </a:t>
            </a:r>
            <a:r>
              <a:rPr lang="ko-KR" altLang="en-US" sz="15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김찬주</a:t>
            </a:r>
            <a:endParaRPr lang="ko-KR" altLang="en-US" sz="1500" dirty="0">
              <a:solidFill>
                <a:schemeClr val="tx1">
                  <a:lumMod val="50000"/>
                  <a:lumOff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부제목 2">
            <a:extLst>
              <a:ext uri="{FF2B5EF4-FFF2-40B4-BE49-F238E27FC236}">
                <a16:creationId xmlns:a16="http://schemas.microsoft.com/office/drawing/2014/main" id="{34B1149B-6872-4617-8699-35E02AA20FE6}"/>
              </a:ext>
            </a:extLst>
          </p:cNvPr>
          <p:cNvSpPr txBox="1">
            <a:spLocks/>
          </p:cNvSpPr>
          <p:nvPr/>
        </p:nvSpPr>
        <p:spPr>
          <a:xfrm>
            <a:off x="1524000" y="3454400"/>
            <a:ext cx="9144000" cy="31591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000" b="0" i="0" dirty="0"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「특별한 시간」</a:t>
            </a:r>
            <a:endParaRPr lang="ko-KR" altLang="en-US" sz="20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7779ABA2-B8BF-4763-B865-B67AADF933EF}"/>
              </a:ext>
            </a:extLst>
          </p:cNvPr>
          <p:cNvCxnSpPr>
            <a:cxnSpLocks/>
          </p:cNvCxnSpPr>
          <p:nvPr/>
        </p:nvCxnSpPr>
        <p:spPr>
          <a:xfrm>
            <a:off x="5730875" y="1892300"/>
            <a:ext cx="6667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1B129074-6CD9-4193-8769-DED459540D52}"/>
              </a:ext>
            </a:extLst>
          </p:cNvPr>
          <p:cNvCxnSpPr>
            <a:cxnSpLocks/>
          </p:cNvCxnSpPr>
          <p:nvPr/>
        </p:nvCxnSpPr>
        <p:spPr>
          <a:xfrm>
            <a:off x="5730875" y="4064000"/>
            <a:ext cx="6667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부제목 2">
            <a:extLst>
              <a:ext uri="{FF2B5EF4-FFF2-40B4-BE49-F238E27FC236}">
                <a16:creationId xmlns:a16="http://schemas.microsoft.com/office/drawing/2014/main" id="{751FBD8F-BC58-430B-816B-5980757A3B27}"/>
              </a:ext>
            </a:extLst>
          </p:cNvPr>
          <p:cNvSpPr txBox="1">
            <a:spLocks/>
          </p:cNvSpPr>
          <p:nvPr/>
        </p:nvSpPr>
        <p:spPr>
          <a:xfrm>
            <a:off x="1524000" y="1436688"/>
            <a:ext cx="9144000" cy="3143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000" spc="3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2026</a:t>
            </a:r>
            <a:r>
              <a:rPr lang="ko-KR" altLang="en-US" sz="1000" spc="3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000" spc="3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RESTART SUCCESS PACKAGE</a:t>
            </a:r>
          </a:p>
        </p:txBody>
      </p:sp>
    </p:spTree>
    <p:extLst>
      <p:ext uri="{BB962C8B-B14F-4D97-AF65-F5344CB8AC3E}">
        <p14:creationId xmlns:p14="http://schemas.microsoft.com/office/powerpoint/2010/main" val="8574325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66246A-F811-45FE-B6BF-184D18D120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14551"/>
            <a:ext cx="9144000" cy="1231900"/>
          </a:xfrm>
        </p:spPr>
        <p:txBody>
          <a:bodyPr>
            <a:noAutofit/>
          </a:bodyPr>
          <a:lstStyle/>
          <a:p>
            <a:r>
              <a:rPr lang="ko-KR" altLang="en-US" sz="4000" dirty="0" err="1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멀티모달</a:t>
            </a:r>
            <a:r>
              <a:rPr lang="ko-KR" altLang="en-US" sz="40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 </a:t>
            </a:r>
            <a:r>
              <a:rPr lang="en-US" altLang="ko-KR" sz="40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AI </a:t>
            </a:r>
            <a:r>
              <a:rPr lang="ko-KR" altLang="en-US" sz="40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기반</a:t>
            </a:r>
            <a:br>
              <a:rPr lang="en-US" altLang="ko-KR" sz="40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</a:br>
            <a:r>
              <a:rPr lang="ko-KR" altLang="en-US" sz="40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웨딩 매칭 플랫폼</a:t>
            </a:r>
            <a:endParaRPr lang="ko-KR" altLang="en-US" sz="4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E5341E2-6697-4E32-9FC7-C4E14B040D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33888"/>
            <a:ext cx="9144000" cy="1033462"/>
          </a:xfrm>
        </p:spPr>
        <p:txBody>
          <a:bodyPr>
            <a:normAutofit/>
          </a:bodyPr>
          <a:lstStyle/>
          <a:p>
            <a:r>
              <a:rPr lang="ko-KR" altLang="en-US" sz="15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사업계획서</a:t>
            </a:r>
            <a:endParaRPr lang="en-US" altLang="ko-KR" sz="1500" dirty="0">
              <a:solidFill>
                <a:schemeClr val="tx1">
                  <a:lumMod val="50000"/>
                  <a:lumOff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sz="1500" dirty="0">
              <a:solidFill>
                <a:schemeClr val="tx1">
                  <a:lumMod val="50000"/>
                  <a:lumOff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ko-KR" altLang="en-US" sz="15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대표 </a:t>
            </a:r>
            <a:r>
              <a:rPr lang="ko-KR" altLang="en-US" sz="15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김찬주</a:t>
            </a:r>
            <a:endParaRPr lang="ko-KR" altLang="en-US" sz="1500" dirty="0">
              <a:solidFill>
                <a:schemeClr val="tx1">
                  <a:lumMod val="50000"/>
                  <a:lumOff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부제목 2">
            <a:extLst>
              <a:ext uri="{FF2B5EF4-FFF2-40B4-BE49-F238E27FC236}">
                <a16:creationId xmlns:a16="http://schemas.microsoft.com/office/drawing/2014/main" id="{34B1149B-6872-4617-8699-35E02AA20FE6}"/>
              </a:ext>
            </a:extLst>
          </p:cNvPr>
          <p:cNvSpPr txBox="1">
            <a:spLocks/>
          </p:cNvSpPr>
          <p:nvPr/>
        </p:nvSpPr>
        <p:spPr>
          <a:xfrm>
            <a:off x="1524000" y="3454400"/>
            <a:ext cx="9144000" cy="31591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000" b="0" i="0" dirty="0"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「특별한 시간」</a:t>
            </a:r>
            <a:endParaRPr lang="ko-KR" altLang="en-US" sz="20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7779ABA2-B8BF-4763-B865-B67AADF933EF}"/>
              </a:ext>
            </a:extLst>
          </p:cNvPr>
          <p:cNvCxnSpPr>
            <a:cxnSpLocks/>
          </p:cNvCxnSpPr>
          <p:nvPr/>
        </p:nvCxnSpPr>
        <p:spPr>
          <a:xfrm>
            <a:off x="5730875" y="1892300"/>
            <a:ext cx="6667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1B129074-6CD9-4193-8769-DED459540D52}"/>
              </a:ext>
            </a:extLst>
          </p:cNvPr>
          <p:cNvCxnSpPr>
            <a:cxnSpLocks/>
          </p:cNvCxnSpPr>
          <p:nvPr/>
        </p:nvCxnSpPr>
        <p:spPr>
          <a:xfrm>
            <a:off x="5730875" y="4064000"/>
            <a:ext cx="6667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부제목 2">
            <a:extLst>
              <a:ext uri="{FF2B5EF4-FFF2-40B4-BE49-F238E27FC236}">
                <a16:creationId xmlns:a16="http://schemas.microsoft.com/office/drawing/2014/main" id="{751FBD8F-BC58-430B-816B-5980757A3B27}"/>
              </a:ext>
            </a:extLst>
          </p:cNvPr>
          <p:cNvSpPr txBox="1">
            <a:spLocks/>
          </p:cNvSpPr>
          <p:nvPr/>
        </p:nvSpPr>
        <p:spPr>
          <a:xfrm>
            <a:off x="1524000" y="1436688"/>
            <a:ext cx="9144000" cy="3143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000" spc="3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2026</a:t>
            </a:r>
            <a:r>
              <a:rPr lang="ko-KR" altLang="en-US" sz="1000" spc="3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000" spc="3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RESTART SUCCESS PACKAGE</a:t>
            </a:r>
          </a:p>
        </p:txBody>
      </p:sp>
    </p:spTree>
    <p:extLst>
      <p:ext uri="{BB962C8B-B14F-4D97-AF65-F5344CB8AC3E}">
        <p14:creationId xmlns:p14="http://schemas.microsoft.com/office/powerpoint/2010/main" val="18113275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66246A-F811-45FE-B6BF-184D18D120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14551"/>
            <a:ext cx="9144000" cy="1231900"/>
          </a:xfrm>
        </p:spPr>
        <p:txBody>
          <a:bodyPr>
            <a:noAutofit/>
          </a:bodyPr>
          <a:lstStyle/>
          <a:p>
            <a:r>
              <a:rPr lang="ko-KR" altLang="en-US" sz="4000" dirty="0" err="1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멀티모달</a:t>
            </a:r>
            <a:r>
              <a:rPr lang="ko-KR" altLang="en-US" sz="40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 </a:t>
            </a:r>
            <a:r>
              <a:rPr lang="en-US" altLang="ko-KR" sz="40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AI </a:t>
            </a:r>
            <a:r>
              <a:rPr lang="ko-KR" altLang="en-US" sz="40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기반</a:t>
            </a:r>
            <a:br>
              <a:rPr lang="en-US" altLang="ko-KR" sz="40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</a:br>
            <a:r>
              <a:rPr lang="ko-KR" altLang="en-US" sz="40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웨딩 매칭 플랫폼</a:t>
            </a:r>
            <a:endParaRPr lang="ko-KR" altLang="en-US" sz="40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E5341E2-6697-4E32-9FC7-C4E14B040D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433888"/>
            <a:ext cx="9144000" cy="1033462"/>
          </a:xfrm>
        </p:spPr>
        <p:txBody>
          <a:bodyPr>
            <a:normAutofit/>
          </a:bodyPr>
          <a:lstStyle/>
          <a:p>
            <a:r>
              <a:rPr lang="ko-KR" altLang="en-US" sz="15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사업계획서</a:t>
            </a:r>
            <a:endParaRPr lang="en-US" altLang="ko-KR" sz="1500" dirty="0">
              <a:solidFill>
                <a:schemeClr val="tx1">
                  <a:lumMod val="50000"/>
                  <a:lumOff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endParaRPr lang="en-US" altLang="ko-KR" sz="1500" dirty="0">
              <a:solidFill>
                <a:schemeClr val="tx1">
                  <a:lumMod val="50000"/>
                  <a:lumOff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r>
              <a:rPr lang="ko-KR" altLang="en-US" sz="15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대표 </a:t>
            </a:r>
            <a:r>
              <a:rPr lang="ko-KR" altLang="en-US" sz="15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김찬주</a:t>
            </a:r>
            <a:endParaRPr lang="ko-KR" altLang="en-US" sz="1500" dirty="0">
              <a:solidFill>
                <a:schemeClr val="tx1">
                  <a:lumMod val="50000"/>
                  <a:lumOff val="50000"/>
                </a:schemeClr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부제목 2">
            <a:extLst>
              <a:ext uri="{FF2B5EF4-FFF2-40B4-BE49-F238E27FC236}">
                <a16:creationId xmlns:a16="http://schemas.microsoft.com/office/drawing/2014/main" id="{34B1149B-6872-4617-8699-35E02AA20FE6}"/>
              </a:ext>
            </a:extLst>
          </p:cNvPr>
          <p:cNvSpPr txBox="1">
            <a:spLocks/>
          </p:cNvSpPr>
          <p:nvPr/>
        </p:nvSpPr>
        <p:spPr>
          <a:xfrm>
            <a:off x="1524000" y="3454400"/>
            <a:ext cx="9144000" cy="31591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000" b="0" i="0" dirty="0">
                <a:effectLst/>
                <a:latin typeface="Noto Sans KR" panose="020B0200000000000000" pitchFamily="50" charset="-127"/>
                <a:ea typeface="Noto Sans KR" panose="020B0200000000000000" pitchFamily="50" charset="-127"/>
              </a:rPr>
              <a:t>「특별한 시간」</a:t>
            </a:r>
            <a:endParaRPr lang="ko-KR" altLang="en-US" sz="20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7779ABA2-B8BF-4763-B865-B67AADF933EF}"/>
              </a:ext>
            </a:extLst>
          </p:cNvPr>
          <p:cNvCxnSpPr>
            <a:cxnSpLocks/>
          </p:cNvCxnSpPr>
          <p:nvPr/>
        </p:nvCxnSpPr>
        <p:spPr>
          <a:xfrm>
            <a:off x="5730875" y="1892300"/>
            <a:ext cx="6667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1B129074-6CD9-4193-8769-DED459540D52}"/>
              </a:ext>
            </a:extLst>
          </p:cNvPr>
          <p:cNvCxnSpPr>
            <a:cxnSpLocks/>
          </p:cNvCxnSpPr>
          <p:nvPr/>
        </p:nvCxnSpPr>
        <p:spPr>
          <a:xfrm>
            <a:off x="5730875" y="4064000"/>
            <a:ext cx="6667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부제목 2">
            <a:extLst>
              <a:ext uri="{FF2B5EF4-FFF2-40B4-BE49-F238E27FC236}">
                <a16:creationId xmlns:a16="http://schemas.microsoft.com/office/drawing/2014/main" id="{751FBD8F-BC58-430B-816B-5980757A3B27}"/>
              </a:ext>
            </a:extLst>
          </p:cNvPr>
          <p:cNvSpPr txBox="1">
            <a:spLocks/>
          </p:cNvSpPr>
          <p:nvPr/>
        </p:nvSpPr>
        <p:spPr>
          <a:xfrm>
            <a:off x="1524000" y="1436688"/>
            <a:ext cx="9144000" cy="3143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000" spc="3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2026</a:t>
            </a:r>
            <a:r>
              <a:rPr lang="ko-KR" altLang="en-US" sz="1000" spc="3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sz="1000" spc="300" dirty="0">
                <a:solidFill>
                  <a:schemeClr val="tx1">
                    <a:lumMod val="50000"/>
                    <a:lumOff val="5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RESTART SUCCESS PACKAGE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2962115-B524-4330-9B9C-A4291015B327}"/>
              </a:ext>
            </a:extLst>
          </p:cNvPr>
          <p:cNvSpPr/>
          <p:nvPr/>
        </p:nvSpPr>
        <p:spPr>
          <a:xfrm>
            <a:off x="0" y="0"/>
            <a:ext cx="3746500" cy="6858000"/>
          </a:xfrm>
          <a:prstGeom prst="rect">
            <a:avLst/>
          </a:prstGeom>
          <a:solidFill>
            <a:srgbClr val="F8D4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8069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283364-ABEA-44D4-96EA-4A2391A1AD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E7174E-20A5-4F57-A36B-51E713CC8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39470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6152B4-C513-4B2A-A6F0-F95EA141AA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D32727-C911-4BB8-ABE0-5A322EEAE7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28774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C97257F-B15B-4DE5-9D9C-7280631FF4D2}">
  <we:reference id="wa200010001" version="1.0.0.0" store="en-US" storeType="OMEX"/>
  <we:alternateReferences>
    <we:reference id="wa200010001" version="1.0.0.0" store="en-US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72</Words>
  <Application>Microsoft Office PowerPoint</Application>
  <PresentationFormat>와이드스크린</PresentationFormat>
  <Paragraphs>24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1" baseType="lpstr">
      <vt:lpstr>Noto Sans KR</vt:lpstr>
      <vt:lpstr>Noto Serif KR Black</vt:lpstr>
      <vt:lpstr>맑은 고딕</vt:lpstr>
      <vt:lpstr>Arial</vt:lpstr>
      <vt:lpstr>Office 테마</vt:lpstr>
      <vt:lpstr>멀티모달 AI 기반 웨딩 매칭 플랫폼</vt:lpstr>
      <vt:lpstr>멀티모달 AI 기반 웨딩 매칭 플랫폼</vt:lpstr>
      <vt:lpstr>멀티모달 AI 기반 웨딩 매칭 플랫폼</vt:lpstr>
      <vt:lpstr>멀티모달 AI 기반 웨딩 매칭 플랫폼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10</cp:revision>
  <dcterms:created xsi:type="dcterms:W3CDTF">2026-03-11T10:39:25Z</dcterms:created>
  <dcterms:modified xsi:type="dcterms:W3CDTF">2026-03-11T12:44:05Z</dcterms:modified>
</cp:coreProperties>
</file>