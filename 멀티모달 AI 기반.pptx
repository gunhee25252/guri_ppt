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4DC"/>
    <a:srgbClr val="FFF5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5" autoAdjust="0"/>
    <p:restoredTop sz="94660"/>
  </p:normalViewPr>
  <p:slideViewPr>
    <p:cSldViewPr snapToGrid="0">
      <p:cViewPr>
        <p:scale>
          <a:sx n="100" d="100"/>
          <a:sy n="100" d="100"/>
        </p:scale>
        <p:origin x="444" y="1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C3CC5-118A-436E-ADBB-E51B1FD25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DEF16-BBA9-4506-8A58-AC5F20B233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5ECE3-3569-48FA-AC55-D1357445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9E2F3C-7305-4985-B75E-C81CA71F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173350-75F2-47C3-B182-BFC22C8E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19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15697-10E8-4F42-9061-D4852C66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58A8B-C140-4C62-BBB3-1CF336076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5A0FC-E8DD-49DC-AE85-3AC0A917F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EE48FB-3A04-4F4E-AEDC-A9619D93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F516FC-8ECB-489E-A01B-DD361A0A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62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C6EFF-9F07-45A9-874C-F8ABAE352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2C99D8-9076-4AB8-99A1-784A47138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76071-7C20-4328-A91C-70021BB4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CA3743-D706-47FD-882F-6BF06367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F2395-C08B-42C7-B84F-55878DE19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9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7DD0D-81CB-4AB2-80FB-2925CB338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190F4-90D4-4A17-A17C-27F335E8AA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B57AB8-DD6E-4991-A5BD-98ECEB0692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77E706-645F-4BE7-B4BD-F6AE7D59C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78A97C-DC08-41F1-A054-E5AB90C9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2C163A0-CDF7-42AF-86EC-124FB087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4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A51068-FE4E-4CB1-ADAE-6C7FA3AF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C2115C-B8D5-4CF1-97EA-7DA95DA6C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CB4D4C-1A4E-4709-9A96-1E4ADFFA3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0AC5A6-C490-434C-AC33-3719B9753E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E1B7E5F-2EAD-445D-B7C4-5503F1466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D4BCC1-EA5C-403C-8966-A75D1FAA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109584-1A6F-4EB1-A583-119467153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39DB18-A9D4-4095-BE2F-979BB3E6E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07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7B232-5E4F-4981-90CD-832E03E3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88FA530-9999-45A5-BE06-BA974709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25B833-295C-4C56-B510-582A938D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45B471-7C12-421D-B6C0-F897F125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60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A2D33E-8244-460E-A126-8347E12EC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15BF62-413F-4B52-B076-69D35633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AB1F54-EABD-46A4-B1CD-650D4DA1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440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FCF037-B7D6-4B3E-9930-2B0C16C62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D0A1D-D573-469F-8C82-D7A6903D8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0BAE338-F9BC-436C-A1F9-E3044AE9B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600C64-77DC-46C2-ADB3-7D1C3B05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A40CD6-2B38-4710-9E8E-B2B7C5A2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FF4F1A-6790-4D4A-BAE2-07C8A3F13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34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A3BEE-66EE-4E22-A556-7AB1D3968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24D150-67AB-450F-882A-0F9E8F7671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3F9568-27D2-4A94-9A33-568E16E25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3F6A41D-9B38-45AA-A79D-7285E9B30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A1BB26-6EA7-428A-AFD4-ECA1DD2B0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D17291-BAAC-43F2-98BE-1EA552DC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856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B4CD-11AE-4382-800B-D60AF0D1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2B8669-A7C5-4ECB-9AAB-885EC63F4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BB0962-032F-4A97-9752-ACDF5D802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A4121-654A-4139-86EE-8DB4C0618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092E8B-8B6F-48AD-98CD-E4AC443A1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1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C87DCF-BA7A-41B0-AE56-C9D5F0106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DCA066-779A-4165-A991-1A44EBD4F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3C8DB-D9CD-43F9-ABDA-A7458015E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2670B0-9FF4-42CD-8CC2-555A2C54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686C8-D173-4186-88C7-AE3E271AF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30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EF2DE5-18AF-4616-8741-8C0802D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1BE8A2-CD41-47B0-BA26-0928FE9CD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D9D457-F8FD-4750-9FBA-F31D015302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59AF4-3210-42C1-8CF4-EF5115D5C8D0}" type="datetimeFigureOut">
              <a:rPr lang="ko-KR" altLang="en-US" smtClean="0"/>
              <a:t>2026-03-11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9CE4C8-3FD0-412A-856A-6AED5A258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C1CA30-4D02-442B-A0F0-425F63CD1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04DB83-59B7-4B92-AE58-EF4EFB32A6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768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6246A-F811-45FE-B6BF-184D18D12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5341E2-6697-4E32-9FC7-C4E14B04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4B1149B-6872-4617-8699-35E02AA20FE6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779ABA2-B8BF-4763-B865-B67AADF933EF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29074-6CD9-4193-8769-DED459540D52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51FBD8F-BC58-430B-816B-5980757A3B27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1027514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D4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6246A-F811-45FE-B6BF-184D18D12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5341E2-6697-4E32-9FC7-C4E14B04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4B1149B-6872-4617-8699-35E02AA20FE6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779ABA2-B8BF-4763-B865-B67AADF933EF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29074-6CD9-4193-8769-DED459540D52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51FBD8F-BC58-430B-816B-5980757A3B27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857432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6246A-F811-45FE-B6BF-184D18D12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5341E2-6697-4E32-9FC7-C4E14B04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4B1149B-6872-4617-8699-35E02AA20FE6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779ABA2-B8BF-4763-B865-B67AADF933EF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29074-6CD9-4193-8769-DED459540D52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51FBD8F-BC58-430B-816B-5980757A3B27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</p:spTree>
    <p:extLst>
      <p:ext uri="{BB962C8B-B14F-4D97-AF65-F5344CB8AC3E}">
        <p14:creationId xmlns:p14="http://schemas.microsoft.com/office/powerpoint/2010/main" val="181132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66246A-F811-45FE-B6BF-184D18D12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14551"/>
            <a:ext cx="9144000" cy="1231900"/>
          </a:xfrm>
        </p:spPr>
        <p:txBody>
          <a:bodyPr>
            <a:noAutofit/>
          </a:bodyPr>
          <a:lstStyle/>
          <a:p>
            <a:r>
              <a:rPr lang="ko-KR" altLang="en-US" sz="4000" dirty="0" err="1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멀티모달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 </a:t>
            </a:r>
            <a: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AI </a:t>
            </a: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기반</a:t>
            </a:r>
            <a:br>
              <a:rPr lang="en-US" altLang="ko-KR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</a:br>
            <a:r>
              <a:rPr lang="ko-KR" altLang="en-US" sz="4000" dirty="0">
                <a:latin typeface="Noto Serif KR Black" panose="02020200000000000000" pitchFamily="18" charset="-127"/>
                <a:ea typeface="Noto Serif KR Black" panose="02020200000000000000" pitchFamily="18" charset="-127"/>
              </a:rPr>
              <a:t>웨딩 매칭 플랫폼</a:t>
            </a:r>
            <a:endParaRPr lang="ko-KR" altLang="en-US" sz="4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E5341E2-6697-4E32-9FC7-C4E14B04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3888"/>
            <a:ext cx="9144000" cy="1033462"/>
          </a:xfrm>
        </p:spPr>
        <p:txBody>
          <a:bodyPr>
            <a:normAutofit/>
          </a:bodyPr>
          <a:lstStyle/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사업계획서</a:t>
            </a:r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대표 </a:t>
            </a:r>
            <a:r>
              <a:rPr lang="ko-KR" altLang="en-US" sz="15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김찬주</a:t>
            </a:r>
            <a:endParaRPr lang="ko-KR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34B1149B-6872-4617-8699-35E02AA20FE6}"/>
              </a:ext>
            </a:extLst>
          </p:cNvPr>
          <p:cNvSpPr txBox="1">
            <a:spLocks/>
          </p:cNvSpPr>
          <p:nvPr/>
        </p:nvSpPr>
        <p:spPr>
          <a:xfrm>
            <a:off x="1524000" y="3454400"/>
            <a:ext cx="9144000" cy="3159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b="0" i="0" dirty="0"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「특별한 시간」</a:t>
            </a:r>
            <a:endParaRPr lang="ko-KR" altLang="en-US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779ABA2-B8BF-4763-B865-B67AADF933EF}"/>
              </a:ext>
            </a:extLst>
          </p:cNvPr>
          <p:cNvCxnSpPr>
            <a:cxnSpLocks/>
          </p:cNvCxnSpPr>
          <p:nvPr/>
        </p:nvCxnSpPr>
        <p:spPr>
          <a:xfrm>
            <a:off x="5730875" y="18923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29074-6CD9-4193-8769-DED459540D52}"/>
              </a:ext>
            </a:extLst>
          </p:cNvPr>
          <p:cNvCxnSpPr>
            <a:cxnSpLocks/>
          </p:cNvCxnSpPr>
          <p:nvPr/>
        </p:nvCxnSpPr>
        <p:spPr>
          <a:xfrm>
            <a:off x="5730875" y="4064000"/>
            <a:ext cx="6667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부제목 2">
            <a:extLst>
              <a:ext uri="{FF2B5EF4-FFF2-40B4-BE49-F238E27FC236}">
                <a16:creationId xmlns:a16="http://schemas.microsoft.com/office/drawing/2014/main" id="{751FBD8F-BC58-430B-816B-5980757A3B27}"/>
              </a:ext>
            </a:extLst>
          </p:cNvPr>
          <p:cNvSpPr txBox="1">
            <a:spLocks/>
          </p:cNvSpPr>
          <p:nvPr/>
        </p:nvSpPr>
        <p:spPr>
          <a:xfrm>
            <a:off x="1524000" y="1436688"/>
            <a:ext cx="9144000" cy="314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r>
              <a:rPr lang="ko-KR" altLang="en-US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RESTART SUCCESS PACKAGE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962115-B524-4330-9B9C-A4291015B327}"/>
              </a:ext>
            </a:extLst>
          </p:cNvPr>
          <p:cNvSpPr/>
          <p:nvPr/>
        </p:nvSpPr>
        <p:spPr>
          <a:xfrm>
            <a:off x="0" y="0"/>
            <a:ext cx="3746500" cy="6858000"/>
          </a:xfrm>
          <a:prstGeom prst="rect">
            <a:avLst/>
          </a:prstGeom>
          <a:solidFill>
            <a:srgbClr val="F8D4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0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83364-ABEA-44D4-96EA-4A2391A1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7174E-20A5-4F57-A36B-51E713CC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4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152B4-C513-4B2A-A6F0-F95EA141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32727-C911-4BB8-ABE0-5A322EEAE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877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97257F-B15B-4DE5-9D9C-7280631FF4D2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72</Words>
  <Application>Microsoft Office PowerPoint</Application>
  <PresentationFormat>와이드스크린</PresentationFormat>
  <Paragraphs>24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Noto Sans KR</vt:lpstr>
      <vt:lpstr>Noto Serif KR Black</vt:lpstr>
      <vt:lpstr>맑은 고딕</vt:lpstr>
      <vt:lpstr>Arial</vt:lpstr>
      <vt:lpstr>Office 테마</vt:lpstr>
      <vt:lpstr>멀티모달 AI 기반 웨딩 매칭 플랫폼</vt:lpstr>
      <vt:lpstr>멀티모달 AI 기반 웨딩 매칭 플랫폼</vt:lpstr>
      <vt:lpstr>멀티모달 AI 기반 웨딩 매칭 플랫폼</vt:lpstr>
      <vt:lpstr>멀티모달 AI 기반 웨딩 매칭 플랫폼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8</cp:revision>
  <dcterms:created xsi:type="dcterms:W3CDTF">2026-03-11T10:39:25Z</dcterms:created>
  <dcterms:modified xsi:type="dcterms:W3CDTF">2026-03-11T12:20:32Z</dcterms:modified>
</cp:coreProperties>
</file>